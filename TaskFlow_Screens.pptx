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TaskFlow for Android — a polished recreation of the current screens, restyled for a household. Same structure and flows, no new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 screen. Email + password, brand mark, sign in, and a toggle to register. Register signs you straight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Dashboard. Your households as cards; a badged invite inbox appears only when something is waiting; FAB creates a new group; overflow has join-by-code and sign-out.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detail, Tasks tab. Progress header, three tabs, chores grouped To do / In progress / Done so finished work sinks. Tap a card for detail; checkboxes enter bulk multi-select.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tab — the shared-awareness feed, polled every 5s. Developer strings are humanised: 'moved it to Done', '2 tasks → Done'. Colored dots key the event type.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 tab. The roster with role badges — owner, admin, member. Invite-by-username and shareable invite codes live in the overflow menu.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detail as a modal bottom sheet — where a chore is read and edited. Staged title/description saved with a button; status and assignee apply immediately; delete confirms.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2026-08-02T14:54:11Z</dcterms:created>
  <dcterms:modified xsi:type="dcterms:W3CDTF">2026-08-02T14:54:11Z</dcterms:modified>
</cp:coreProperties>
</file>