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Re-shot after v2 UI phases 1-6. The household is seeded: three flatmates, four chores across all three schedule types, three one-off tasks, two completed cycles a week apart, one overdue one-off, one person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chore board, screen by screen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on the emulator at 360dp against a running backend on 3 September 2026, after the v2 UI pass. Every screen here is the app as it actually builds and runs.</a:t>
            </a:r>
            <a:endParaRPr lang="en-US" sz="1400" dirty="0"/>
          </a:p>
        </p:txBody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777240"/>
            <a:ext cx="2377440" cy="52852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household, so signing in lands straight on its board. The group list is one Back away.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app's violet, not the wallpaper's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2-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Scrolls clear of the keyboard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3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Groups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Back from the board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3-dashboard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person's menu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 and appearance: both per person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the screen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Yours, Others, Done this cycle. Grouped by whose it is, not by status. Overdue is amber, never 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a row: what, when, whose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5-board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 cycle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 sink, with who and when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6-occurrenc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chore, opened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done-line, the schedule, whose turn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07-chore-histo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chore's history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dates, no verdict on either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chore asks two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often, then everything that answer implies. Nothing about days is asked of a one-off.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8-create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how often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short answers, no schedule jargon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9-create-toolt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explanation, on ask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 '?', so the choice stays short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0-create-ste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repeating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then the order of turns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2-create-onet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one-off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one date, no rotation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it, and removing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is the same two screens, prefilled. A schedule change re-dates the open turn rather than stranding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1-edit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prefilled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kind it cannot become is explained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2-edit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step 2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and done-line as they stand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3-edit-dele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lives here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editing, not on the row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24-delete-confi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delete costs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history it takes with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Busy, away, and whose turn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two exits from a turn besides doing it. Neither cancels what you owe.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5-pass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it 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who is told, and that nobody else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6-after-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pass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moves, it returns next cycle, and Undo catches a mis-swipe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0-away-di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away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the rule before you commit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6-memb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is shown; a pass never 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happened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the household can point at. It counts, it does not rank, and it names no one as late.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9-group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done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zeroes included, days away noted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17-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group-visible change, in words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8-group-men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menu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Inviting, the record, and going away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4-quiet-hou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not dropped: nothing is lost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household that has just started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board teaches nothing, so a new group is offered chores to argue with rather than a blank page.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8-create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household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fields, one of them optional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9-star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 start with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Renameable, because names are local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30-starters-de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off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follows what you actually chose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31-empty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skip entirely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board says what to do next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or dark, the household's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setting per phone. The overdue amber is picked from the theme, so it stays legible in either.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5-appear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light or dark; kept on the device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7-dark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in dark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still amber; still nothing red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- screens from the built app</dc:title>
  <dc:subject>PptxGenJS Presentation</dc:subject>
  <dc:creator>TaskFlow</dc:creator>
  <cp:lastModifiedBy>TaskFlow</cp:lastModifiedBy>
  <cp:revision>1</cp:revision>
  <dcterms:created xsi:type="dcterms:W3CDTF">2026-09-03T20:20:54Z</dcterms:created>
  <dcterms:modified xsi:type="dcterms:W3CDTF">2026-09-03T20:20:54Z</dcterms:modified>
</cp:coreProperties>
</file>