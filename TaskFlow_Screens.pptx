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Re-shot after v2 UI phases 1-6. The household is seeded: three flatmates, four chores across all three schedule types, three one-off tasks, two completed cycles a week apart, one overdue one-off, one person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 chore board, screen by screen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on the emulator at 360dp against a running backend on 3 September 2026, after the v2 UI pass. Every screen here is the app as it actually builds and runs.</a:t>
            </a:r>
            <a:endParaRPr lang="en-US" sz="1400" dirty="0"/>
          </a:p>
        </p:txBody>
      </p:sp>
      <p:pic>
        <p:nvPicPr>
          <p:cNvPr id="5" name="Image 0" descr="C:\Users\babak\AppData\Local\Temp\claude\D--0A-study-A0-0-ACSAI-0-sem-4-AI-ML-ML-unit-2\13f11f40-7bf3-4475-bdab-4aadda964c01\scratchpad\shots2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777240"/>
            <a:ext cx="2377440" cy="528523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household, so signing in lands straight on its board. The group list is one Back away.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app's violet, not the wallpaper's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2-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Scrolls clear of the keyboard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03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Groups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by Back from the board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3-dashboard-men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person's menu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 and appearance: both per person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the screen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Yours, Others, Done this cycle. Grouped by whose it is, not by status. Overdue is amber, never red.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4-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a row: what, when, whose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5-board-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 cycle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Completions sink, with who and when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06-occurrence-deta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chore, opened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done-line, the schedule, whose turn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07-chore-histor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chore's history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dates, no verdict on either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chore asks two questions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often, then everything that answer implies. Nothing about days is asked of a one-off.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08-create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how often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short answers, no schedule jargon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09-create-toolt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explanation, on ask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a '?', so the choice stays short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10-create-ste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repeating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Interval, then the order of turns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2-create-onet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one-off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person, one date, no rotation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it, and removing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is the same two screens, prefilled. A schedule change re-dates the open turn rather than stranding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1-edit-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prefilled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kind it cannot become is explained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2-edit-ste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step 2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and done-line as they stand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23-edit-dele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lives here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editing, not on the row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24-delete-confi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delete costs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history it takes with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Busy, away, and whose turn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two exits from a turn besides doing it. Neither cancels what you owe.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5-pass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it 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who is told, and that nobody else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6-after-p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pass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moves, and it comes back next cycle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20-away-di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away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the rule before you commit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6-memb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household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is shown; a pass never 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happened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the household can point at. It counts, it does not rank, and it names no one as late.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19-group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been done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zeroes included, days away noted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17-a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group-visible change, in words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18-group-men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menu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Inviting, the record, and going away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14-quiet-hou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hours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Held, not dropped: nothing is lost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household that has just started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board teaches nothing, so a new group is offered chores to argue with rather than a blank page.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5438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28-create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5438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the household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fields, one of them optional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9-start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 start with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Renameable, because names are local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3" name="Image 2" descr="C:\Users\babak\AppData\Local\Temp\claude\D--0A-study-A0-0-ACSAI-0-sem-4-AI-ML-ML-unit-2\13f11f40-7bf3-4475-bdab-4aadda964c01\scratchpad\shots2\30-starters-de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4" name="Text 9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off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follows what you actually chose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912114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17" name="Image 3" descr="C:\Users\babak\AppData\Local\Temp\claude\D--0A-study-A0-0-ACSAI-0-sem-4-AI-ML-ML-unit-2\13f11f40-7bf3-4475-bdab-4aadda964c01\scratchpad\shots2\31-empty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8" name="Text 12"/>
          <p:cNvSpPr txBox="1"/>
          <p:nvPr/>
        </p:nvSpPr>
        <p:spPr>
          <a:xfrm>
            <a:off x="912114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skip entirely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901141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board says what to do next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92608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or dark, the household's choice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786384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setting per phone. The overdue amber is picked from the theme, so it stays legible in either.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54330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5" name="Image 0" descr="C:\Users\babak\AppData\Local\Temp\claude\D--0A-study-A0-0-ACSAI-0-sem-4-AI-ML-ML-unit-2\13f11f40-7bf3-4475-bdab-4aadda964c01\scratchpad\shots2\15-appear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354330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43357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light or dark; kept on the device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332220" y="1188720"/>
            <a:ext cx="2286000" cy="4937760"/>
          </a:xfrm>
          <a:prstGeom prst="roundRect">
            <a:avLst>
              <a:gd name="adj" fmla="val 4800"/>
            </a:avLst>
          </a:prstGeom>
          <a:solidFill>
            <a:srgbClr val="F4F5FA"/>
          </a:solidFill>
          <a:ln w="12700">
            <a:solidFill>
              <a:srgbClr val="E4E6F0"/>
            </a:solidFill>
            <a:prstDash val="solid"/>
          </a:ln>
        </p:spPr>
      </p:sp>
      <p:pic>
        <p:nvPicPr>
          <p:cNvPr id="9" name="Image 1" descr="C:\Users\babak\AppData\Local\Temp\claude\D--0A-study-A0-0-ACSAI-0-sem-4-AI-ML-ML-unit-2\13f11f40-7bf3-4475-bdab-4aadda964c01\scratchpad\shots2\27-dark-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53312"/>
            <a:ext cx="2057400" cy="4572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A1B2E">
                <a:alpha val="22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332220" y="6236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in dark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222492" y="649224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still amber; still nothing red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TaskFlow - screens from the built app</dc:title>
  <dc:subject>PptxGenJS Presentation</dc:subject>
  <dc:creator>TaskFlow</dc:creator>
  <cp:lastModifiedBy>TaskFlow</cp:lastModifiedBy>
  <cp:revision>1</cp:revision>
  <dcterms:created xsi:type="dcterms:W3CDTF">2026-09-03T17:01:48Z</dcterms:created>
  <dcterms:modified xsi:type="dcterms:W3CDTF">2026-09-03T17:01:48Z</dcterms:modified>
</cp:coreProperties>
</file>