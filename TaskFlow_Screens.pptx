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rebuilt for phase 4b. The previous version showed the pre-pivot v1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974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household chore board — screens from the built app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42900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on the emulator against a running backend on 2 September 2026. Every screen here is the app as it actually builds and runs — no mock-ups.</a:t>
            </a:r>
            <a:endParaRPr lang="en-US" sz="1400" dirty="0"/>
          </a:p>
        </p:txBody>
      </p:sp>
      <p:pic>
        <p:nvPicPr>
          <p:cNvPr id="5" name="Image 0" descr="C:\Users\babak\AppData\Local\Temp\claude\D--0A-study-A0-0-ACSAI-0-sem-4-AI-ML-ML-unit-2\13f11f40-7bf3-4475-bdab-4aadda964c01\scratchpad\shots\04-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777240"/>
            <a:ext cx="2377440" cy="52852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household, so signing in lands straight on its board. The group list is one Back away.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\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violet scheme, not the wallpaper's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\02-regi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Scrolls clear of the keyboard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\03-dash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Groups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by Back from the board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\12-dashboard-men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menu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hours lives here — it is per person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is the screen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Yours, Others, Done — grouped by whose it is, not by status. Overdue is amber, never red.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\04-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overdue row in amber; done rows sink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\05-occurrence-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chore, opened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done-line, the schedule, whose turn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\07-create-repea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— repeats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and rotation order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\08-create-onet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— one time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form, one question decides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Busy, away, and whose turn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two exits from an assigned chore besides doing it. Neither cancels the turn you owe.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\14-away-di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away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the rule before you commit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\15-away-ban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you are away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on your own board, with a way back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\16-after-pa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busy pass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moves on; it comes back to you next cycle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\09-memb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household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is shown, never hidden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happened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the household can point at. It counts, it does not rank, and it names no one as late.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1488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\06-chore-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31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21488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chore's history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0391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dates, no verdict on either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93776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\11-group-hist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06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493776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been done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82803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order, zeroes included, days away noted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7266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\13-quiet-hou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09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77266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hours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76169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Held, not dropped — nothing is lost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TaskFlow — screens from the built app</dc:title>
  <dc:subject>PptxGenJS Presentation</dc:subject>
  <dc:creator>TaskFlow</dc:creator>
  <cp:lastModifiedBy>TaskFlow</cp:lastModifiedBy>
  <cp:revision>1</cp:revision>
  <dcterms:created xsi:type="dcterms:W3CDTF">2026-09-02T12:17:31Z</dcterms:created>
  <dcterms:modified xsi:type="dcterms:W3CDTF">2026-09-02T12:17:31Z</dcterms:modified>
</cp:coreProperties>
</file>