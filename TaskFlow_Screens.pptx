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Re-shot after v2 UI phases 1-6. The household is seeded: three flatmates, four chores across all three schedule types, three one-off tasks, two completed cycles a week apart, one overdue one-off, one person away.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73736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TaskFlow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697480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household chore board, screen by screen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429000"/>
            <a:ext cx="6309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Captured on the emulator at 360dp against a running backend on 3 September 2026, after the v2 UI pass. Every screen here is the app as it actually builds and runs.</a:t>
            </a:r>
            <a:endParaRPr lang="en-US" sz="1400" dirty="0"/>
          </a:p>
        </p:txBody>
      </p:sp>
      <p:pic>
        <p:nvPicPr>
          <p:cNvPr id="5" name="Image 0" descr="C:\Users\babak\AppData\Local\Temp\claude\D--0A-study-A0-0-ACSAI-0-sem-4-AI-ML-ML-unit-2\13f11f40-7bf3-4475-bdab-4aadda964c01\scratchpad\shots2\04-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777240"/>
            <a:ext cx="2377440" cy="5285232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92608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in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58952" y="786384"/>
            <a:ext cx="10698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household, so signing in lands straight on its board. The group list is one Back away.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5438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5" name="Image 0" descr="C:\Users\babak\AppData\Local\Temp\claude\D--0A-study-A0-0-ACSAI-0-sem-4-AI-ML-ML-unit-2\13f11f40-7bf3-4475-bdab-4aadda964c01\scratchpad\shots2\01-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5438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4465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app's violet, not the wallpaper's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54330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9" name="Image 1" descr="C:\Users\babak\AppData\Local\Temp\claude\D--0A-study-A0-0-ACSAI-0-sem-4-AI-ML-ML-unit-2\13f11f40-7bf3-4475-bdab-4aadda964c01\scratchpad\shots2\02-regis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354330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an account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343357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Scrolls clear of the keyboard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633222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13" name="Image 2" descr="C:\Users\babak\AppData\Local\Temp\claude\D--0A-study-A0-0-ACSAI-0-sem-4-AI-ML-ML-unit-2\13f11f40-7bf3-4475-bdab-4aadda964c01\scratchpad\shots2\03-dashboar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14" name="Text 9"/>
          <p:cNvSpPr txBox="1"/>
          <p:nvPr/>
        </p:nvSpPr>
        <p:spPr>
          <a:xfrm>
            <a:off x="633222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Groups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622249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Reached by Back from the board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912114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17" name="Image 3" descr="C:\Users\babak\AppData\Local\Temp\claude\D--0A-study-A0-0-ACSAI-0-sem-4-AI-ML-ML-unit-2\13f11f40-7bf3-4475-bdab-4aadda964c01\scratchpad\shots2\13-dashboard-menu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18" name="Text 12"/>
          <p:cNvSpPr txBox="1"/>
          <p:nvPr/>
        </p:nvSpPr>
        <p:spPr>
          <a:xfrm>
            <a:off x="912114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person's menu</a:t>
            </a:r>
            <a:endParaRPr lang="en-US" sz="1200" dirty="0"/>
          </a:p>
        </p:txBody>
      </p:sp>
      <p:sp>
        <p:nvSpPr>
          <p:cNvPr id="19" name="Text 13"/>
          <p:cNvSpPr txBox="1"/>
          <p:nvPr/>
        </p:nvSpPr>
        <p:spPr>
          <a:xfrm>
            <a:off x="901141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Quiet hours and appearance: both per person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92608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board is the screen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58952" y="786384"/>
            <a:ext cx="10698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Yours, Others, Done this cycle. Grouped by whose it is, not by status. Overdue is amber, never red.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5438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5" name="Image 0" descr="C:\Users\babak\AppData\Local\Temp\claude\D--0A-study-A0-0-ACSAI-0-sem-4-AI-ML-ML-unit-2\13f11f40-7bf3-4475-bdab-4aadda964c01\scratchpad\shots2\04-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5438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board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4465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lines a row: what, when, whose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54330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9" name="Image 1" descr="C:\Users\babak\AppData\Local\Temp\claude\D--0A-study-A0-0-ACSAI-0-sem-4-AI-ML-ML-unit-2\13f11f40-7bf3-4475-bdab-4aadda964c01\scratchpad\shots2\05-board-do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354330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this cycle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343357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Completions sink, with who and when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633222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13" name="Image 2" descr="C:\Users\babak\AppData\Local\Temp\claude\D--0A-study-A0-0-ACSAI-0-sem-4-AI-ML-ML-unit-2\13f11f40-7bf3-4475-bdab-4aadda964c01\scratchpad\shots2\06-occurrence-detai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14" name="Text 9"/>
          <p:cNvSpPr txBox="1"/>
          <p:nvPr/>
        </p:nvSpPr>
        <p:spPr>
          <a:xfrm>
            <a:off x="633222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chore, opened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622249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done-line, the schedule, whose turn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912114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17" name="Image 3" descr="C:\Users\babak\AppData\Local\Temp\claude\D--0A-study-A0-0-ACSAI-0-sem-4-AI-ML-ML-unit-2\13f11f40-7bf3-4475-bdab-4aadda964c01\scratchpad\shots2\07-chore-histor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18" name="Text 12"/>
          <p:cNvSpPr txBox="1"/>
          <p:nvPr/>
        </p:nvSpPr>
        <p:spPr>
          <a:xfrm>
            <a:off x="912114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chore's history</a:t>
            </a:r>
            <a:endParaRPr lang="en-US" sz="1200" dirty="0"/>
          </a:p>
        </p:txBody>
      </p:sp>
      <p:sp>
        <p:nvSpPr>
          <p:cNvPr id="19" name="Text 13"/>
          <p:cNvSpPr txBox="1"/>
          <p:nvPr/>
        </p:nvSpPr>
        <p:spPr>
          <a:xfrm>
            <a:off x="901141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dates, no verdict on either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92608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a chore asks two questions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58952" y="786384"/>
            <a:ext cx="10698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often, then everything that answer implies. Nothing about days is asked of a one-off.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5438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5" name="Image 0" descr="C:\Users\babak\AppData\Local\Temp\claude\D--0A-study-A0-0-ACSAI-0-sem-4-AI-ML-ML-unit-2\13f11f40-7bf3-4475-bdab-4aadda964c01\scratchpad\shots2\08-create-step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5438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1: how often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4465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short answers, no schedule jargon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54330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9" name="Image 1" descr="C:\Users\babak\AppData\Local\Temp\claude\D--0A-study-A0-0-ACSAI-0-sem-4-AI-ML-ML-unit-2\13f11f40-7bf3-4475-bdab-4aadda964c01\scratchpad\shots2\09-create-toolti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354330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explanation, on ask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343357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Behind a '?', so the choice stays short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633222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13" name="Image 2" descr="C:\Users\babak\AppData\Local\Temp\claude\D--0A-study-A0-0-ACSAI-0-sem-4-AI-ML-ML-unit-2\13f11f40-7bf3-4475-bdab-4aadda964c01\scratchpad\shots2\10-create-step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14" name="Text 9"/>
          <p:cNvSpPr txBox="1"/>
          <p:nvPr/>
        </p:nvSpPr>
        <p:spPr>
          <a:xfrm>
            <a:off x="633222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2: repeating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622249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Interval, then the order of turns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912114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17" name="Image 3" descr="C:\Users\babak\AppData\Local\Temp\claude\D--0A-study-A0-0-ACSAI-0-sem-4-AI-ML-ML-unit-2\13f11f40-7bf3-4475-bdab-4aadda964c01\scratchpad\shots2\12-create-onetim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18" name="Text 12"/>
          <p:cNvSpPr txBox="1"/>
          <p:nvPr/>
        </p:nvSpPr>
        <p:spPr>
          <a:xfrm>
            <a:off x="912114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2: one-off</a:t>
            </a:r>
            <a:endParaRPr lang="en-US" sz="1200" dirty="0"/>
          </a:p>
        </p:txBody>
      </p:sp>
      <p:sp>
        <p:nvSpPr>
          <p:cNvPr id="19" name="Text 13"/>
          <p:cNvSpPr txBox="1"/>
          <p:nvPr/>
        </p:nvSpPr>
        <p:spPr>
          <a:xfrm>
            <a:off x="901141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person, one date, no rotation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92608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Changing it, and removing it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58952" y="786384"/>
            <a:ext cx="10698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Editing is the same two screens, prefilled. A schedule change re-dates the open turn rather than stranding it.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5438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5" name="Image 0" descr="C:\Users\babak\AppData\Local\Temp\claude\D--0A-study-A0-0-ACSAI-0-sem-4-AI-ML-ML-unit-2\13f11f40-7bf3-4475-bdab-4aadda964c01\scratchpad\shots2\21-edit-step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5438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Edit, prefilled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4465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kind it cannot become is explained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54330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9" name="Image 1" descr="C:\Users\babak\AppData\Local\Temp\claude\D--0A-study-A0-0-ACSAI-0-sem-4-AI-ML-ML-unit-2\13f11f40-7bf3-4475-bdab-4aadda964c01\scratchpad\shots2\22-edit-step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354330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step 2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343357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Rotation and done-line as they stand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633222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13" name="Image 2" descr="C:\Users\babak\AppData\Local\Temp\claude\D--0A-study-A0-0-ACSAI-0-sem-4-AI-ML-ML-unit-2\13f11f40-7bf3-4475-bdab-4aadda964c01\scratchpad\shots2\23-edit-dele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14" name="Text 9"/>
          <p:cNvSpPr txBox="1"/>
          <p:nvPr/>
        </p:nvSpPr>
        <p:spPr>
          <a:xfrm>
            <a:off x="633222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lives here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622249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end of editing, not on the row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912114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17" name="Image 3" descr="C:\Users\babak\AppData\Local\Temp\claude\D--0A-study-A0-0-ACSAI-0-sem-4-AI-ML-ML-unit-2\13f11f40-7bf3-4475-bdab-4aadda964c01\scratchpad\shots2\24-delete-confirm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18" name="Text 12"/>
          <p:cNvSpPr txBox="1"/>
          <p:nvPr/>
        </p:nvSpPr>
        <p:spPr>
          <a:xfrm>
            <a:off x="912114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delete costs</a:t>
            </a:r>
            <a:endParaRPr lang="en-US" sz="1200" dirty="0"/>
          </a:p>
        </p:txBody>
      </p:sp>
      <p:sp>
        <p:nvSpPr>
          <p:cNvPr id="19" name="Text 13"/>
          <p:cNvSpPr txBox="1"/>
          <p:nvPr/>
        </p:nvSpPr>
        <p:spPr>
          <a:xfrm>
            <a:off x="901141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 the history it takes with it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92608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Busy, away, and whose turn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58952" y="786384"/>
            <a:ext cx="10698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two exits from a turn besides doing it. Neither cancels what you owe.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5438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5" name="Image 0" descr="C:\Users\babak\AppData\Local\Temp\claude\D--0A-study-A0-0-ACSAI-0-sem-4-AI-ML-ML-unit-2\13f11f40-7bf3-4475-bdab-4aadda964c01\scratchpad\shots2\25-pass-confir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5438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Passing it on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4465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Says who is told, and that nobody else is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54330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9" name="Image 1" descr="C:\Users\babak\AppData\Local\Temp\claude\D--0A-study-A0-0-ACSAI-0-sem-4-AI-ML-ML-unit-2\13f11f40-7bf3-4475-bdab-4aadda964c01\scratchpad\shots2\26-after-pas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354330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pass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343357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moves, and it comes back next cycle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633222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13" name="Image 2" descr="C:\Users\babak\AppData\Local\Temp\claude\D--0A-study-A0-0-ACSAI-0-sem-4-AI-ML-ML-unit-2\13f11f40-7bf3-4475-bdab-4aadda964c01\scratchpad\shots2\20-away-dialo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14" name="Text 9"/>
          <p:cNvSpPr txBox="1"/>
          <p:nvPr/>
        </p:nvSpPr>
        <p:spPr>
          <a:xfrm>
            <a:off x="633222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away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622249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States the rule before you commit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912114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17" name="Image 3" descr="C:\Users\babak\AppData\Local\Temp\claude\D--0A-study-A0-0-ACSAI-0-sem-4-AI-ML-ML-unit-2\13f11f40-7bf3-4475-bdab-4aadda964c01\scratchpad\shots2\16-member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18" name="Text 12"/>
          <p:cNvSpPr txBox="1"/>
          <p:nvPr/>
        </p:nvSpPr>
        <p:spPr>
          <a:xfrm>
            <a:off x="912114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household</a:t>
            </a:r>
            <a:endParaRPr lang="en-US" sz="1200" dirty="0"/>
          </a:p>
        </p:txBody>
      </p:sp>
      <p:sp>
        <p:nvSpPr>
          <p:cNvPr id="19" name="Text 13"/>
          <p:cNvSpPr txBox="1"/>
          <p:nvPr/>
        </p:nvSpPr>
        <p:spPr>
          <a:xfrm>
            <a:off x="901141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 is shown; a pass never is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92608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has happened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58952" y="786384"/>
            <a:ext cx="10698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 the household can point at. It counts, it does not rank, and it names no one as late.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5438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5" name="Image 0" descr="C:\Users\babak\AppData\Local\Temp\claude\D--0A-study-A0-0-ACSAI-0-sem-4-AI-ML-ML-unit-2\13f11f40-7bf3-4475-bdab-4aadda964c01\scratchpad\shots2\19-group-histo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5438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been done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4465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Counts, zeroes included, days away noted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54330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9" name="Image 1" descr="C:\Users\babak\AppData\Local\Temp\claude\D--0A-study-A0-0-ACSAI-0-sem-4-AI-ML-ML-unit-2\13f11f40-7bf3-4475-bdab-4aadda964c01\scratchpad\shots2\17-activit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354330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343357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group-visible change, in words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633222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13" name="Image 2" descr="C:\Users\babak\AppData\Local\Temp\claude\D--0A-study-A0-0-ACSAI-0-sem-4-AI-ML-ML-unit-2\13f11f40-7bf3-4475-bdab-4aadda964c01\scratchpad\shots2\18-group-menu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14" name="Text 9"/>
          <p:cNvSpPr txBox="1"/>
          <p:nvPr/>
        </p:nvSpPr>
        <p:spPr>
          <a:xfrm>
            <a:off x="633222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group's menu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622249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Inviting, the record, and going away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912114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17" name="Image 3" descr="C:\Users\babak\AppData\Local\Temp\claude\D--0A-study-A0-0-ACSAI-0-sem-4-AI-ML-ML-unit-2\13f11f40-7bf3-4475-bdab-4aadda964c01\scratchpad\shots2\14-quiet-hour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18" name="Text 12"/>
          <p:cNvSpPr txBox="1"/>
          <p:nvPr/>
        </p:nvSpPr>
        <p:spPr>
          <a:xfrm>
            <a:off x="912114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Quiet hours</a:t>
            </a:r>
            <a:endParaRPr lang="en-US" sz="1200" dirty="0"/>
          </a:p>
        </p:txBody>
      </p:sp>
      <p:sp>
        <p:nvSpPr>
          <p:cNvPr id="19" name="Text 13"/>
          <p:cNvSpPr txBox="1"/>
          <p:nvPr/>
        </p:nvSpPr>
        <p:spPr>
          <a:xfrm>
            <a:off x="901141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Held, not dropped: nothing is lost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92608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household that has just started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58952" y="786384"/>
            <a:ext cx="10698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empty board teaches nothing, so a new group is offered chores to argue with rather than a blank page.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5438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5" name="Image 0" descr="C:\Users\babak\AppData\Local\Temp\claude\D--0A-study-A0-0-ACSAI-0-sem-4-AI-ML-ML-unit-2\13f11f40-7bf3-4475-bdab-4aadda964c01\scratchpad\shots2\28-create-gro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5438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Naming the household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4465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fields, one of them optional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54330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9" name="Image 1" descr="C:\Users\babak\AppData\Local\Temp\claude\D--0A-study-A0-0-ACSAI-0-sem-4-AI-ML-ML-unit-2\13f11f40-7bf3-4475-bdab-4aadda964c01\scratchpad\shots2\29-start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354330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to start with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343357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Renameable, because names are local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633222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13" name="Image 2" descr="C:\Users\babak\AppData\Local\Temp\claude\D--0A-study-A0-0-ACSAI-0-sem-4-AI-ML-ML-unit-2\13f11f40-7bf3-4475-bdab-4aadda964c01\scratchpad\shots2\30-starters-deselect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14" name="Text 9"/>
          <p:cNvSpPr txBox="1"/>
          <p:nvPr/>
        </p:nvSpPr>
        <p:spPr>
          <a:xfrm>
            <a:off x="633222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one off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622249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count follows what you actually chose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912114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17" name="Image 3" descr="C:\Users\babak\AppData\Local\Temp\claude\D--0A-study-A0-0-ACSAI-0-sem-4-AI-ML-ML-unit-2\13f11f40-7bf3-4475-bdab-4aadda964c01\scratchpad\shots2\31-empty-boar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18" name="Text 12"/>
          <p:cNvSpPr txBox="1"/>
          <p:nvPr/>
        </p:nvSpPr>
        <p:spPr>
          <a:xfrm>
            <a:off x="912114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skip entirely</a:t>
            </a:r>
            <a:endParaRPr lang="en-US" sz="1200" dirty="0"/>
          </a:p>
        </p:txBody>
      </p:sp>
      <p:sp>
        <p:nvSpPr>
          <p:cNvPr id="19" name="Text 13"/>
          <p:cNvSpPr txBox="1"/>
          <p:nvPr/>
        </p:nvSpPr>
        <p:spPr>
          <a:xfrm>
            <a:off x="901141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empty board says what to do next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92608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 or dark, the household's choice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58952" y="786384"/>
            <a:ext cx="10698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setting per phone. The overdue amber is picked from the theme, so it stays legible in either.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54330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5" name="Image 0" descr="C:\Users\babak\AppData\Local\Temp\claude\D--0A-study-A0-0-ACSAI-0-sem-4-AI-ML-ML-unit-2\13f11f40-7bf3-4475-bdab-4aadda964c01\scratchpad\shots2\15-appeara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354330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Appearance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343357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System, light or dark; kept on the device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633222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9" name="Image 1" descr="C:\Users\babak\AppData\Local\Temp\claude\D--0A-study-A0-0-ACSAI-0-sem-4-AI-ML-ML-unit-2\13f11f40-7bf3-4475-bdab-4aadda964c01\scratchpad\shots2\27-dark-boar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33222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board in dark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622249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Amber still amber; still nothing red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TaskFlow - screens from the built app</dc:title>
  <dc:subject>PptxGenJS Presentation</dc:subject>
  <dc:creator>TaskFlow</dc:creator>
  <cp:lastModifiedBy>TaskFlow</cp:lastModifiedBy>
  <cp:revision>1</cp:revision>
  <dcterms:created xsi:type="dcterms:W3CDTF">2026-09-03T16:40:31Z</dcterms:created>
  <dcterms:modified xsi:type="dcterms:W3CDTF">2026-09-03T16:40:31Z</dcterms:modified>
</cp:coreProperties>
</file>